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5" r:id="rId2"/>
    <p:sldId id="278" r:id="rId3"/>
    <p:sldId id="279" r:id="rId4"/>
    <p:sldId id="280" r:id="rId5"/>
    <p:sldId id="2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5E833-4932-4F1B-9E41-84D3B1F124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AA484-DC03-4890-89A6-31823B023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143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25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82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569-3823-463B-B25F-13C27393021A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6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827-5694-4924-A468-5E7CF0D57C63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7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E1597-8F9D-4834-9911-12A20386072F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81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1E866-7D92-4B6C-9FDD-665E0D276B40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0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45A19-B521-4A44-83CF-C0280A2B17C3}" type="datetime4">
              <a:rPr lang="en-US" smtClean="0"/>
              <a:t>August 12,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495C-3575-49EE-9D3A-60F8F43B75FA}" type="datetime4">
              <a:rPr lang="en-US" smtClean="0"/>
              <a:t>August 12,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14A1-5873-4381-91C9-8F4CBF2CF949}" type="datetime4">
              <a:rPr lang="en-US" smtClean="0"/>
              <a:t>August 12,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2EFBD3-A80D-4169-A4C5-8FF63F744429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9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E544C-43FE-443D-BC80-E2C9FBF5F700}" type="datetime4">
              <a:rPr lang="en-US" smtClean="0"/>
              <a:t>August 12,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9AD6B-903B-4A47-B06F-D5221159FB56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7FDB-6A6D-4E09-A36C-031F991C6AB5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3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A9E2C0-7A38-4B4E-B0B1-069ED4506132}" type="datetime4">
              <a:rPr lang="en-US" smtClean="0"/>
              <a:t>August 12,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Artificial Intelligence and Machine learning Acharya Institute of technology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B1929B-37D4-454C-A6A4-0C84110C6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92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09080" y="3643668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&amp;ML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509500" y="1452897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0850" y="914400"/>
            <a:ext cx="5526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</a:t>
            </a:r>
            <a:r>
              <a:rPr lang="en-IN" i="1"/>
              <a:t>Project Phase-II </a:t>
            </a:r>
            <a:r>
              <a:rPr lang="en-IN" i="1" dirty="0"/>
              <a:t>Interim Presentation  </a:t>
            </a:r>
          </a:p>
          <a:p>
            <a:pPr algn="ctr"/>
            <a:r>
              <a:rPr lang="en-IN" i="1" dirty="0"/>
              <a:t>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2255276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09834" y="2755342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Name:</a:t>
                      </a: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Artificial Intelligence and Machine Learning</a:t>
            </a:r>
            <a:endParaRPr lang="en-IN" sz="2400" dirty="0"/>
          </a:p>
          <a:p>
            <a:pPr algn="ctr"/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6AF9B-DBF8-4472-9211-796656BBF0C4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</p:spPr>
        <p:txBody>
          <a:bodyPr/>
          <a:lstStyle/>
          <a:p>
            <a:r>
              <a:rPr lang="en-IN" dirty="0"/>
              <a:t>&lt;&lt;Project Title&gt;&gt;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IN" dirty="0"/>
          </a:p>
          <a:p>
            <a:r>
              <a:rPr lang="en-IN" dirty="0"/>
              <a:t>1. Problem Statement and Objective(1 slide)</a:t>
            </a:r>
          </a:p>
          <a:p>
            <a:r>
              <a:rPr lang="en-IN" dirty="0"/>
              <a:t>2. Flow / Methodology(2 slides)</a:t>
            </a:r>
          </a:p>
          <a:p>
            <a:r>
              <a:rPr lang="en-IN" dirty="0"/>
              <a:t>3. Demo of Project (1 slide)</a:t>
            </a:r>
          </a:p>
          <a:p>
            <a:r>
              <a:rPr lang="en-IN" dirty="0"/>
              <a:t>4. Results / Output(1 slide)</a:t>
            </a:r>
          </a:p>
          <a:p>
            <a:r>
              <a:rPr lang="en-IN" dirty="0"/>
              <a:t>5.</a:t>
            </a:r>
            <a:r>
              <a:rPr lang="en-US" dirty="0"/>
              <a:t> Status of Paper (with Proof)</a:t>
            </a:r>
            <a:r>
              <a:rPr lang="en-IN" dirty="0"/>
              <a:t> (2 Slides)</a:t>
            </a:r>
          </a:p>
          <a:p>
            <a:r>
              <a:rPr lang="en-US" dirty="0"/>
              <a:t>6. Proposed Outcome vs Actual Outcome(2 Slides)</a:t>
            </a:r>
            <a:endParaRPr lang="en-IN" dirty="0"/>
          </a:p>
          <a:p>
            <a:r>
              <a:rPr lang="en-IN" dirty="0"/>
              <a:t>7. Conclusion Deliverables and Impact (1 slide)</a:t>
            </a:r>
          </a:p>
          <a:p>
            <a:r>
              <a:rPr lang="en-IN" dirty="0"/>
              <a:t>8. Individual Responsibilities among the group members (1 slide)</a:t>
            </a:r>
          </a:p>
          <a:p>
            <a:r>
              <a:rPr lang="en-IN" dirty="0"/>
              <a:t>9.Gantt Chart (1 slide)</a:t>
            </a:r>
          </a:p>
          <a:p>
            <a:r>
              <a:rPr lang="en-IN" dirty="0"/>
              <a:t>10. References. (1 slide)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Note: Avoid Paragraphs , Content to be in bullets, figures and tables only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56FDA-A5AE-4639-8C71-AB1AF8C3BE0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99013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&lt;&lt;CONTENT&gt;&gt;</a:t>
            </a:r>
            <a:endParaRPr lang="en-IN" sz="3200" b="1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687815" y="762000"/>
            <a:ext cx="8229600" cy="420506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/>
              <a:t>Problem Statement and Objective</a:t>
            </a:r>
            <a:endParaRPr lang="en-IN" sz="8000" dirty="0"/>
          </a:p>
          <a:p>
            <a:pPr marL="457200" lvl="1" indent="0">
              <a:buNone/>
            </a:pPr>
            <a:r>
              <a:rPr lang="en-IN" sz="8000" dirty="0"/>
              <a:t>	What problem are you solving?</a:t>
            </a:r>
          </a:p>
          <a:p>
            <a:pPr marL="457200" lvl="1" indent="0">
              <a:buNone/>
            </a:pPr>
            <a:r>
              <a:rPr lang="en-IN" sz="8000" dirty="0"/>
              <a:t>	Why is it important?</a:t>
            </a:r>
          </a:p>
          <a:p>
            <a:pPr marL="457200" lvl="1" indent="0">
              <a:buNone/>
            </a:pPr>
            <a:r>
              <a:rPr lang="en-IN" sz="8000" dirty="0"/>
              <a:t>	Key objectives.</a:t>
            </a:r>
          </a:p>
          <a:p>
            <a:pPr marL="0" indent="0">
              <a:buNone/>
            </a:pPr>
            <a:r>
              <a:rPr lang="en-IN" sz="8000" dirty="0"/>
              <a:t> </a:t>
            </a:r>
            <a:r>
              <a:rPr lang="en-IN" sz="8000" b="1" dirty="0"/>
              <a:t>Flow / Methodology</a:t>
            </a:r>
            <a:endParaRPr lang="en-IN" sz="8000" dirty="0"/>
          </a:p>
          <a:p>
            <a:pPr marL="0" lvl="0" indent="0">
              <a:buNone/>
            </a:pPr>
            <a:r>
              <a:rPr lang="en-IN" sz="8000" dirty="0"/>
              <a:t>	Diagram/flowchart of methodology.</a:t>
            </a:r>
          </a:p>
          <a:p>
            <a:pPr marL="0" lvl="0" indent="0">
              <a:buNone/>
            </a:pPr>
            <a:r>
              <a:rPr lang="en-IN" sz="8000" dirty="0"/>
              <a:t>	Step-by-step approach / architecture.</a:t>
            </a:r>
          </a:p>
          <a:p>
            <a:pPr marL="0" indent="0">
              <a:buNone/>
            </a:pPr>
            <a:r>
              <a:rPr lang="en-IN" sz="8000" b="1" dirty="0"/>
              <a:t>Demo of Project</a:t>
            </a:r>
            <a:endParaRPr lang="en-IN" sz="8000" dirty="0"/>
          </a:p>
          <a:p>
            <a:pPr marL="457200" lvl="1" indent="0">
              <a:buNone/>
            </a:pPr>
            <a:r>
              <a:rPr lang="en-IN" sz="8000" dirty="0"/>
              <a:t>	Screenshots or short demo explanation.</a:t>
            </a:r>
          </a:p>
          <a:p>
            <a:pPr marL="0" indent="0">
              <a:buNone/>
            </a:pPr>
            <a:r>
              <a:rPr lang="en-IN" sz="8000" b="1" dirty="0"/>
              <a:t>Results / Output</a:t>
            </a:r>
            <a:endParaRPr lang="en-IN" sz="8000" dirty="0"/>
          </a:p>
          <a:p>
            <a:pPr marL="457200" lvl="1" indent="0">
              <a:buNone/>
            </a:pPr>
            <a:r>
              <a:rPr lang="en-IN" sz="8000" dirty="0"/>
              <a:t>	Graphs, accuracy, metrics, or visual outputs.</a:t>
            </a:r>
          </a:p>
          <a:p>
            <a:pPr marL="0" indent="0">
              <a:buNone/>
            </a:pPr>
            <a:r>
              <a:rPr lang="en-IN" sz="8000" b="1" dirty="0"/>
              <a:t>Status of Paper (with Proof)</a:t>
            </a:r>
            <a:endParaRPr lang="en-IN" sz="8000" dirty="0"/>
          </a:p>
          <a:p>
            <a:pPr marL="0" lvl="0" indent="0">
              <a:buNone/>
            </a:pPr>
            <a:r>
              <a:rPr lang="en-IN" sz="8000" dirty="0"/>
              <a:t>	Where submitted / accepted / under review.</a:t>
            </a:r>
          </a:p>
          <a:p>
            <a:pPr marL="0" lvl="0" indent="0">
              <a:buNone/>
            </a:pPr>
            <a:r>
              <a:rPr lang="en-IN" sz="8000" dirty="0"/>
              <a:t>	Proof (screenshot/email).</a:t>
            </a:r>
          </a:p>
          <a:p>
            <a:pPr marL="0" indent="0">
              <a:buNone/>
            </a:pPr>
            <a:r>
              <a:rPr lang="en-IN" sz="8000" b="1" dirty="0"/>
              <a:t>Proposed Outcome vs Actual Outcome</a:t>
            </a:r>
            <a:endParaRPr lang="en-IN" sz="8000" dirty="0"/>
          </a:p>
          <a:p>
            <a:pPr marL="457200" lvl="1" indent="0">
              <a:buNone/>
            </a:pPr>
            <a:r>
              <a:rPr lang="en-IN" sz="8000" dirty="0"/>
              <a:t>	Table or bullet points comparing expected vs achieved results.</a:t>
            </a:r>
          </a:p>
          <a:p>
            <a:pPr marL="0" indent="0">
              <a:buNone/>
            </a:pPr>
            <a:r>
              <a:rPr lang="en-IN" sz="8000" b="1" dirty="0"/>
              <a:t>Conclusion</a:t>
            </a:r>
            <a:endParaRPr lang="en-IN" sz="8000" dirty="0"/>
          </a:p>
          <a:p>
            <a:pPr marL="0" lvl="0" indent="0">
              <a:buNone/>
            </a:pPr>
            <a:r>
              <a:rPr lang="en-IN" sz="8000" dirty="0"/>
              <a:t>	Key findings.</a:t>
            </a:r>
          </a:p>
          <a:p>
            <a:pPr marL="0" lvl="0" indent="0">
              <a:buNone/>
            </a:pPr>
            <a:r>
              <a:rPr lang="en-IN" sz="8000" dirty="0"/>
              <a:t>	Contribution and significance.</a:t>
            </a:r>
          </a:p>
          <a:p>
            <a:pPr marL="0" indent="0">
              <a:buNone/>
            </a:pPr>
            <a:r>
              <a:rPr lang="en-IN" sz="8000" b="1" dirty="0"/>
              <a:t>References</a:t>
            </a:r>
            <a:endParaRPr lang="en-IN" sz="8000" dirty="0"/>
          </a:p>
          <a:p>
            <a:pPr marL="457200" lvl="1" indent="0">
              <a:buNone/>
            </a:pPr>
            <a:r>
              <a:rPr lang="en-IN" sz="8000" dirty="0"/>
              <a:t>Properly formatted references (APA/IEEE style).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1DB53-C7B5-447D-92BE-95CEA5CB041B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b="1" dirty="0"/>
              <a:t>DEPARTMENT OF ARTIFICIAL INTELLIGENCE AND MACHINE LEARNING</a:t>
            </a:r>
          </a:p>
          <a:p>
            <a:pPr algn="ctr"/>
            <a:r>
              <a:rPr lang="en-US" sz="800" b="1" dirty="0"/>
              <a:t>ACHARYA INSTITUTE OF TECHNOLOGY</a:t>
            </a:r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100322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DEB9CEB-9F99-4BEC-9D93-C63853FB2B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024" y="2076450"/>
            <a:ext cx="3810000" cy="2857500"/>
          </a:xfrm>
          <a:noFill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3175FB-8EFD-4427-BD84-EDCB1F712E3D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DEPARTMENT OF ARTIFICIAL INTELLIGENCE AND MACHINE LEARNING</a:t>
            </a:r>
          </a:p>
          <a:p>
            <a:pPr algn="ctr"/>
            <a:r>
              <a:rPr lang="en-US" sz="800" dirty="0"/>
              <a:t>ACHARYA INSTITUTE OF TECHNOLOGY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04488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152400" y="3643668"/>
            <a:ext cx="198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 &amp; 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A009B-2FB7-45FB-816D-285EF3CCBA2C}"/>
              </a:ext>
            </a:extLst>
          </p:cNvPr>
          <p:cNvSpPr/>
          <p:nvPr/>
        </p:nvSpPr>
        <p:spPr>
          <a:xfrm>
            <a:off x="4367388" y="2257107"/>
            <a:ext cx="47486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  <a:cs typeface="Arial" charset="0"/>
              </a:rPr>
              <a:t>Thank you</a:t>
            </a:r>
            <a:endParaRPr lang="en-IN" sz="6600" dirty="0">
              <a:latin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4EA726-0E29-4E1A-A463-6CCE28D687EC}"/>
              </a:ext>
            </a:extLst>
          </p:cNvPr>
          <p:cNvSpPr/>
          <p:nvPr/>
        </p:nvSpPr>
        <p:spPr>
          <a:xfrm>
            <a:off x="2831724" y="6415045"/>
            <a:ext cx="76822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DEPARTMENT OF ARTIFICIAL INTELLIGENCE AND MACHINE LEARNING</a:t>
            </a:r>
          </a:p>
          <a:p>
            <a:pPr algn="ctr"/>
            <a:r>
              <a:rPr lang="en-US" sz="800" dirty="0"/>
              <a:t>ACHARYA INSTITUTE OF TECHNOLOGY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51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370</Words>
  <Application>Microsoft Office PowerPoint</Application>
  <PresentationFormat>Widescreen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Edwardian Script ITC</vt:lpstr>
      <vt:lpstr>Graphik</vt:lpstr>
      <vt:lpstr>Retrospect</vt:lpstr>
      <vt:lpstr>PowerPoint Presentation</vt:lpstr>
      <vt:lpstr>&lt;&lt;Project Title&gt;&gt;</vt:lpstr>
      <vt:lpstr>&lt;&lt;CONTENT&gt;&gt;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</dc:creator>
  <cp:lastModifiedBy>Dr.S.Anu Pallavi</cp:lastModifiedBy>
  <cp:revision>11</cp:revision>
  <dcterms:created xsi:type="dcterms:W3CDTF">2024-03-22T10:12:46Z</dcterms:created>
  <dcterms:modified xsi:type="dcterms:W3CDTF">2026-08-12T06:28:12Z</dcterms:modified>
</cp:coreProperties>
</file>